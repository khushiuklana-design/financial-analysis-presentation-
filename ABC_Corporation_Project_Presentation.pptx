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FINANCIAL ANALYSIS</a:t>
            </a:r>
            <a:br/>
            <a:r>
              <a:t>AND PRESENTATION</a:t>
            </a:r>
          </a:p>
          <a:p>
            <a:pPr>
              <a:defRPr sz="2000">
                <a:solidFill>
                  <a:srgbClr val="E6EEF8"/>
                </a:solidFill>
              </a:defRPr>
            </a:pPr>
            <a:r>
              <a:t>ABC Corporation | Sample data 2023–2025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DS Lab using Excel Mini Project</a:t>
            </a:r>
          </a:p>
        </p:txBody>
      </p:sp>
      <p:pic>
        <p:nvPicPr>
          <p:cNvPr id="4" name="Picture 3" descr="IMG_20261029_1136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320040"/>
            <a:ext cx="3931920" cy="9232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4251960"/>
            <a:ext cx="1051560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Submitted by: Khushi  |  UID: 26BCD10392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Department: UIC  |  Programme: BCD — 1st Semester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Submitted to: Mr. Simranjeet  |  Chandigarh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1. 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t>Organize three years of financial statements in Excel.</a:t>
            </a:r>
          </a:p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t>Calculate liquidity, profitability, and solvency ratios.</a:t>
            </a:r>
          </a:p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t>Identify trends and communicate findings with charts, report, and slides.</a:t>
            </a:r>
          </a:p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t>All figures are fictional sample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472C4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</a:defRPr>
            </a:pPr>
            <a:r>
              <a:t>Chandigarh University | Khushi | UID: 26BCD10392 | UIC — BCD 1st Semester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2.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t>Prepare income statement, balance sheet, and cash flow sheets.</a:t>
            </a:r>
          </a:p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t>Build formula-driven financial ratios and year-over-year comparisons.</a:t>
            </a:r>
          </a:p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t>Visualize performance using charts.</a:t>
            </a:r>
          </a:p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t>Present findings and recommendations clearly.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472C4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</a:defRPr>
            </a:pPr>
            <a:r>
              <a:t>Chandigarh University | Khushi | UID: 26BCD10392 | UIC — BCD 1st Semester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3. Technologies 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t>Microsoft Excel — data, formulas, ratios, trends, and charts.</a:t>
            </a:r>
          </a:p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t>Microsoft Word — structured project report.</a:t>
            </a:r>
          </a:p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t>Microsoft PowerPoint — visual summary.</a:t>
            </a:r>
          </a:p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t>GitHub — public repository for deliverables.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472C4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</a:defRPr>
            </a:pPr>
            <a:r>
              <a:t>Chandigarh University | Khushi | UID: 26BCD10392 | UIC — BCD 1st Semester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4. Project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t>Separate worksheets for each financial statement.</a:t>
            </a:r>
          </a:p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t>Current and quick ratios for liquidity.</a:t>
            </a:r>
          </a:p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t>Profit margins, ROA, and ROE for profitability.</a:t>
            </a:r>
          </a:p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t>Debt-to-assets and debt-to-equity for solvency.</a:t>
            </a:r>
          </a:p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t>Trend table and chart comparing 2023–2025.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472C4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</a:defRPr>
            </a:pPr>
            <a:r>
              <a:t>Chandigarh University | Khushi | UID: 26BCD10392 | UIC — BCD 1st Semester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5. Revenue and Profit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USD thousands | Illustrative sample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Revenue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691640"/>
            <a:ext cx="1577340" cy="34747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10812" y="1673352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1200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4960" y="1691640"/>
            <a:ext cx="1813940" cy="34747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82052" y="1673352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1380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691640"/>
            <a:ext cx="2050541" cy="34747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53293" y="1673352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1560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8036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Gross Profit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2926080"/>
            <a:ext cx="630936" cy="34747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64408" y="2907792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480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2926080"/>
            <a:ext cx="743978" cy="34747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2090" y="2907792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566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926080"/>
            <a:ext cx="860964" cy="34747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63716" y="2907792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655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11480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Net Income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4160520"/>
            <a:ext cx="153790" cy="34747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7262" y="4142232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117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4160520"/>
            <a:ext cx="206368" cy="34747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74480" y="4142232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157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4160520"/>
            <a:ext cx="257632" cy="34747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60384" y="4142232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196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5669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2023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669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2024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5669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472C4"/>
                </a:solidFill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</a:defRPr>
            </a:pPr>
            <a:r>
              <a:t>Chandigarh University | Khushi | UID: 26BCD10392 | UIC — BCD 1st Semester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6.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t>Revenue rose from $1,200k to $1,560k (+30.0%).</a:t>
            </a:r>
          </a:p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t>Net income increased from $117k to $196k (+67.5%).</a:t>
            </a:r>
          </a:p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t>Net profit margin improved from 9.8% to 12.6%.</a:t>
            </a:r>
          </a:p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t>Current ratio increased from 2.35 to 3.11.</a:t>
            </a:r>
          </a:p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t>Liabilities decreased while equity increased in the sample balance sheet.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472C4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</a:defRPr>
            </a:pPr>
            <a:r>
              <a:t>Chandigarh University | Khushi | UID: 26BCD10392 | UIC — BCD 1st Semester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7.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t>Monitor operating expenses as sales grow.</a:t>
            </a:r>
          </a:p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t>Maintain sufficient cash and working capital.</a:t>
            </a:r>
          </a:p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t>Review borrowing levels and interest costs regularly.</a:t>
            </a:r>
          </a:p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t>Use verified benchmarks for real business decisions.</a:t>
            </a:r>
          </a:p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t>Update Excel inputs to refresh ratios and trends.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472C4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</a:defRPr>
            </a:pPr>
            <a:r>
              <a:t>Chandigarh University | Khushi | UID: 26BCD10392 | UIC — BCD 1st Semester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8.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t>Excel supports analysis through formulas, ratios, trends, and charts.</a:t>
            </a:r>
          </a:p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t>Sample results show improving revenue, profitability, and liquidity.</a:t>
            </a:r>
          </a:p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t>The report and presentation communicate results clearly.</a:t>
            </a:r>
          </a:p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t>Replace fictional figures with verified data if required.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472C4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</a:defRPr>
            </a:pPr>
            <a:r>
              <a:t>Chandigarh University | Khushi | UID: 26BCD10392 | UIC — BCD 1st Semester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